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2" r:id="rId3"/>
    <p:sldId id="263" r:id="rId4"/>
    <p:sldId id="261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60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C1DA38-A830-49B6-84E2-70B7D93570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BFE97D1-C447-46B4-9677-424E98C00E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F6BF05-B169-4F4E-920F-86F2363A5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40A27FD-DD08-40C5-BDB6-E289ACFB5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BEB0DB4-125F-4639-B54D-EE15EC545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1198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AB2D1B-D853-41DC-AF1F-CBDBFB3A8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27EBB77-EF93-4AD4-ACE6-A88DB8AD8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B6AD38-18F2-46B6-8552-3593313FA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7625C4-BC8A-4BF0-AE50-6660074F6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C9D2B5-1516-444E-BAA4-405FE9860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0415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135C98-A098-451C-A61D-D4D192D0E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4E0AB34-7D3F-4B02-A047-093424914D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F78365D-7A32-4B37-9016-3B793EC7F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04E694-7C20-477A-9998-4561C60F4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A8A07E-9D05-4E28-A223-27F3EA961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1970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8A22F6-2B85-4352-9583-56F236E4A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161EF7-950D-4621-9C90-5A4F6D0073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B29EFB7-F10E-4816-9980-0FF9176B35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C513AD-179E-49C3-B0B6-EE73C4B7A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08ED43-ED33-4F98-A733-A9A5B4AEF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290B442-2A14-4B8D-8B46-92F6DB8E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0107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C73AD9-799E-4E49-A3E3-A0ED61896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8328CB3-5363-4C3C-B173-9DE01E5D1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A00FED4-52D9-4FC9-8D43-CC7C964B35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41D212A-B138-477F-A148-6E72C4A9B9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24B37BC-8869-4B4A-8AB7-827513105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0FE25B9-7EBA-4ABE-B84E-B2B9FFE96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2D91732-1E6E-497F-B3E0-154BDDC9E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68CEAE8-9E59-470F-BA9A-F50E0E1BC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5753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2FF7EE-7A3B-4FBF-852F-0DEBE194B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186D8E3-10A3-4EC7-B84F-49030A33F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3A365AC-398A-4510-B412-F3C24DE8C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8B5A32C-4027-4926-B530-9C42078AE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424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36F6ADD-B191-4BD2-A2CB-E8842B3BF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E8432AA-3F0C-48E7-A261-A02503044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3EB0A85-A5A6-4609-BD12-9E42C1B5C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226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E85A04-FE87-4BFB-840C-82CBED128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38DB10A-C0E4-4F3A-94E5-CBAC8F25D8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60CDB75-3ECB-43E6-89B2-60830208DB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51F0A20-3FFD-4C51-BAB3-10E1B684E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E2E350-D7A1-4297-9B1B-CA38310EB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A19BC4C-120E-4E39-87C1-B95745E67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0932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8A5C7D-8ADE-471B-8D98-A5453B7ED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DFEF76B-5DC8-4343-9E89-7DB48DB722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25A30D4-FAED-4D11-9A03-A3B2FFA743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6EE902-4BB6-43E2-8A5D-F6DF6BF3F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A955CA-E4C0-4D7E-880E-EFBC6C054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50CEFC2-9BD2-4B05-AE58-6714A736E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9767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AE0D0F-31D1-41D8-AB0C-D959456C6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33C8EB7-C406-4FBF-88C0-89A584026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0FE50A-4CD6-42CC-A360-30CBF096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49D1679-E8CA-4439-A807-EA4F478A5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BDA6F5-7947-4965-8F8F-8FC97312C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44697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E3B05F8-5866-4403-8649-D347D00B14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254E777-0A0C-4044-A5E2-7BD5C6B385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8E30E-937D-4B47-AD70-AAF8E384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335826-D883-46D4-A9C6-C2DBBF4D6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4AE6BD-EB69-4EF3-BE6C-9B7E0841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4472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14ACB90-CB87-4683-915B-F22ECA162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3BC39B-3E3D-4458-8551-2CBF08BBA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7BA77D-941A-4176-9C9B-97F372FE0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3431E8-7FDC-4EF7-A301-5C3BAB69FED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7FFD1F-01EF-4FF2-9821-1603A84A18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8D11756-0A1B-4F70-BEC1-EF128DBCF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1370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A75E03B2-2C27-4418-A95B-508F6EC2C5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2675" y="-125988"/>
            <a:ext cx="6049325" cy="7109975"/>
          </a:xfrm>
          <a:prstGeom prst="rect">
            <a:avLst/>
          </a:prstGeom>
          <a:effectLst>
            <a:softEdge rad="1270000"/>
          </a:effectLst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624BFFF9-C672-4217-9794-2BF54E787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158" y="1681501"/>
            <a:ext cx="2442949" cy="325726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E14BCB6-8868-4FF8-AECA-98BC5EF508B5}"/>
              </a:ext>
            </a:extLst>
          </p:cNvPr>
          <p:cNvSpPr txBox="1"/>
          <p:nvPr/>
        </p:nvSpPr>
        <p:spPr>
          <a:xfrm>
            <a:off x="155944" y="5411946"/>
            <a:ext cx="3812262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6600" b="1" dirty="0"/>
              <a:t>廣本 勝志</a:t>
            </a:r>
            <a:endParaRPr kumimoji="1" lang="ja-JP" altLang="en-US" sz="1100" b="1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4AB6A95-5CD6-4F7F-9585-7112DCFC31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2667" y="2389945"/>
            <a:ext cx="8943389" cy="163962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ABE5982-2BE6-B68B-FB49-2167DD4393E8}"/>
              </a:ext>
            </a:extLst>
          </p:cNvPr>
          <p:cNvSpPr txBox="1"/>
          <p:nvPr/>
        </p:nvSpPr>
        <p:spPr>
          <a:xfrm>
            <a:off x="343194" y="0"/>
            <a:ext cx="264687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600" b="1" dirty="0">
                <a:solidFill>
                  <a:srgbClr val="FF0000"/>
                </a:solidFill>
              </a:rPr>
              <a:t>内定</a:t>
            </a:r>
            <a:endParaRPr kumimoji="1" lang="ja-JP" altLang="en-US" sz="9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2627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E98B-344F-EE4F-701D-77595C1D4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E087B05-7232-BCA9-68B7-0DE9BC30A7A2}"/>
              </a:ext>
            </a:extLst>
          </p:cNvPr>
          <p:cNvSpPr txBox="1"/>
          <p:nvPr/>
        </p:nvSpPr>
        <p:spPr>
          <a:xfrm>
            <a:off x="343194" y="0"/>
            <a:ext cx="264687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600" b="1" dirty="0">
                <a:solidFill>
                  <a:srgbClr val="FF0000"/>
                </a:solidFill>
              </a:rPr>
              <a:t>内定</a:t>
            </a:r>
            <a:endParaRPr kumimoji="1" lang="ja-JP" altLang="en-US" sz="9600" b="1" dirty="0">
              <a:solidFill>
                <a:srgbClr val="FF0000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7E25CDC-8FCC-17E8-CE87-2CC1F3AD8E2D}"/>
              </a:ext>
            </a:extLst>
          </p:cNvPr>
          <p:cNvSpPr txBox="1"/>
          <p:nvPr/>
        </p:nvSpPr>
        <p:spPr>
          <a:xfrm>
            <a:off x="343194" y="5399393"/>
            <a:ext cx="32175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/>
              <a:t>井上 恋</a:t>
            </a:r>
            <a:endParaRPr kumimoji="1" lang="ja-JP" altLang="en-US" sz="1200" b="1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D8477603-C0A4-3723-09BD-9D7A668D9D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586" y="-5407"/>
            <a:ext cx="6729414" cy="6863407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0"/>
              </a:srgbClr>
            </a:outerShdw>
            <a:softEdge rad="1270000"/>
          </a:effectLst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4498E9AF-4DC9-7C38-BCA9-41791F83BF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072" y="-5407"/>
            <a:ext cx="9144000" cy="685800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</p:spTree>
    <p:extLst>
      <p:ext uri="{BB962C8B-B14F-4D97-AF65-F5344CB8AC3E}">
        <p14:creationId xmlns:p14="http://schemas.microsoft.com/office/powerpoint/2010/main" val="12139906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DE83D-F419-6D26-6887-A8325C73D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D0F66CE-28F2-7ABC-FC54-584AA1672403}"/>
              </a:ext>
            </a:extLst>
          </p:cNvPr>
          <p:cNvSpPr txBox="1"/>
          <p:nvPr/>
        </p:nvSpPr>
        <p:spPr>
          <a:xfrm>
            <a:off x="343194" y="0"/>
            <a:ext cx="264687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600" b="1" dirty="0">
                <a:solidFill>
                  <a:srgbClr val="FF0000"/>
                </a:solidFill>
              </a:rPr>
              <a:t>内定</a:t>
            </a:r>
            <a:endParaRPr kumimoji="1" lang="ja-JP" altLang="en-US" sz="9600" b="1" dirty="0">
              <a:solidFill>
                <a:srgbClr val="FF0000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B7EB44D-F224-E0D9-AB05-CE31878849D8}"/>
              </a:ext>
            </a:extLst>
          </p:cNvPr>
          <p:cNvSpPr txBox="1"/>
          <p:nvPr/>
        </p:nvSpPr>
        <p:spPr>
          <a:xfrm>
            <a:off x="343194" y="5399393"/>
            <a:ext cx="414087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/>
              <a:t>中平 悠希</a:t>
            </a:r>
            <a:endParaRPr kumimoji="1" lang="ja-JP" altLang="en-US" sz="1200" b="1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CECDE8C-31A6-6A96-C35F-9705C2816A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6" r="18444"/>
          <a:stretch>
            <a:fillRect/>
          </a:stretch>
        </p:blipFill>
        <p:spPr>
          <a:xfrm>
            <a:off x="5255502" y="0"/>
            <a:ext cx="6936498" cy="6858000"/>
          </a:xfrm>
          <a:prstGeom prst="rect">
            <a:avLst/>
          </a:prstGeom>
          <a:effectLst>
            <a:softEdge rad="1270000"/>
          </a:effectLst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2C35C21-6D72-DA22-D904-663BE426CE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9098" y="1028567"/>
            <a:ext cx="7857204" cy="3928602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43137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78859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5CF99-E72B-0429-3DEC-CF88452C9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1A97BB6A-04EA-ADDF-99FD-C0222AF0A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242" y="0"/>
            <a:ext cx="5953758" cy="6875009"/>
          </a:xfrm>
          <a:prstGeom prst="rect">
            <a:avLst/>
          </a:prstGeom>
          <a:effectLst>
            <a:softEdge rad="1270000"/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0A16D3-C142-FB5B-AE37-F3900944D027}"/>
              </a:ext>
            </a:extLst>
          </p:cNvPr>
          <p:cNvSpPr txBox="1"/>
          <p:nvPr/>
        </p:nvSpPr>
        <p:spPr>
          <a:xfrm>
            <a:off x="343194" y="0"/>
            <a:ext cx="264687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600" b="1" dirty="0">
                <a:solidFill>
                  <a:srgbClr val="FF0000"/>
                </a:solidFill>
              </a:rPr>
              <a:t>内定</a:t>
            </a:r>
            <a:endParaRPr kumimoji="1" lang="ja-JP" altLang="en-US" sz="9600" b="1" dirty="0">
              <a:solidFill>
                <a:srgbClr val="FF0000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A5DEBFFD-8476-D41D-9612-DB48BB777D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159" y="1692490"/>
            <a:ext cx="2442949" cy="325726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5D8BBA0-E4D1-7DA2-1888-58646586942F}"/>
              </a:ext>
            </a:extLst>
          </p:cNvPr>
          <p:cNvSpPr txBox="1"/>
          <p:nvPr/>
        </p:nvSpPr>
        <p:spPr>
          <a:xfrm>
            <a:off x="343194" y="5399393"/>
            <a:ext cx="414087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/>
              <a:t>田代 昂汰</a:t>
            </a:r>
            <a:endParaRPr kumimoji="1" lang="ja-JP" altLang="en-US" sz="1200" b="1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2D8010F-1752-75FB-6A68-7C8DBFE769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6817" y="1899418"/>
            <a:ext cx="8538558" cy="284340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9903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14</Words>
  <Application>Microsoft Office PowerPoint</Application>
  <PresentationFormat>ワイド画面</PresentationFormat>
  <Paragraphs>8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opencampus</dc:creator>
  <cp:lastModifiedBy>内藤 真広</cp:lastModifiedBy>
  <cp:revision>27</cp:revision>
  <dcterms:created xsi:type="dcterms:W3CDTF">2025-03-25T06:44:30Z</dcterms:created>
  <dcterms:modified xsi:type="dcterms:W3CDTF">2026-05-13T07:01:49Z</dcterms:modified>
</cp:coreProperties>
</file>