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0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C1DA38-A830-49B6-84E2-70B7D9357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BFE97D1-C447-46B4-9677-424E98C00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F6BF05-B169-4F4E-920F-86F2363A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31E8-7FDC-4EF7-A301-5C3BAB69FEDB}" type="datetimeFigureOut">
              <a:rPr kumimoji="1" lang="ja-JP" altLang="en-US" smtClean="0"/>
              <a:t>2025/6/28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0A27FD-DD08-40C5-BDB6-E289ACFB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EB0DB4-125F-4639-B54D-EE15EC545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3EA5-4309-4C26-8B9D-98BA30CE8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1198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AB2D1B-D853-41DC-AF1F-CBDBFB3A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7EBB77-EF93-4AD4-ACE6-A88DB8AD8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B6AD38-18F2-46B6-8552-3593313FA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31E8-7FDC-4EF7-A301-5C3BAB69FEDB}" type="datetimeFigureOut">
              <a:rPr kumimoji="1" lang="ja-JP" altLang="en-US" smtClean="0"/>
              <a:t>2025/6/28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7625C4-BC8A-4BF0-AE50-6660074F6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C9D2B5-1516-444E-BAA4-405FE9860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3EA5-4309-4C26-8B9D-98BA30CE8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041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135C98-A098-451C-A61D-D4D192D0E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E0AB34-7D3F-4B02-A047-093424914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78365D-7A32-4B37-9016-3B793EC7F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31E8-7FDC-4EF7-A301-5C3BAB69FEDB}" type="datetimeFigureOut">
              <a:rPr kumimoji="1" lang="ja-JP" altLang="en-US" smtClean="0"/>
              <a:t>2025/6/28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04E694-7C20-477A-9998-4561C60F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A8A07E-9D05-4E28-A223-27F3EA96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3EA5-4309-4C26-8B9D-98BA30CE8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1970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8A22F6-2B85-4352-9583-56F236E4A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161EF7-950D-4621-9C90-5A4F6D0073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29EFB7-F10E-4816-9980-0FF9176B3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C513AD-179E-49C3-B0B6-EE73C4B7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31E8-7FDC-4EF7-A301-5C3BAB69FEDB}" type="datetimeFigureOut">
              <a:rPr kumimoji="1" lang="ja-JP" altLang="en-US" smtClean="0"/>
              <a:t>2025/6/28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08ED43-ED33-4F98-A733-A9A5B4AEF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90B442-2A14-4B8D-8B46-92F6DB8E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3EA5-4309-4C26-8B9D-98BA30CE8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0107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73AD9-799E-4E49-A3E3-A0ED61896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328CB3-5363-4C3C-B173-9DE01E5D1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00FED4-52D9-4FC9-8D43-CC7C964B3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41D212A-B138-477F-A148-6E72C4A9B9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24B37BC-8869-4B4A-8AB7-827513105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0FE25B9-7EBA-4ABE-B84E-B2B9FFE9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31E8-7FDC-4EF7-A301-5C3BAB69FEDB}" type="datetimeFigureOut">
              <a:rPr kumimoji="1" lang="ja-JP" altLang="en-US" smtClean="0"/>
              <a:t>2025/6/28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2D91732-1E6E-497F-B3E0-154BDDC9E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68CEAE8-9E59-470F-BA9A-F50E0E1BC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3EA5-4309-4C26-8B9D-98BA30CE8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5753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2FF7EE-7A3B-4FBF-852F-0DEBE194B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186D8E3-10A3-4EC7-B84F-49030A33F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31E8-7FDC-4EF7-A301-5C3BAB69FEDB}" type="datetimeFigureOut">
              <a:rPr kumimoji="1" lang="ja-JP" altLang="en-US" smtClean="0"/>
              <a:t>2025/6/28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3A365AC-398A-4510-B412-F3C24DE8C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8B5A32C-4027-4926-B530-9C42078AE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3EA5-4309-4C26-8B9D-98BA30CE8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2424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36F6ADD-B191-4BD2-A2CB-E8842B3BF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31E8-7FDC-4EF7-A301-5C3BAB69FEDB}" type="datetimeFigureOut">
              <a:rPr kumimoji="1" lang="ja-JP" altLang="en-US" smtClean="0"/>
              <a:t>2025/6/28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E8432AA-3F0C-48E7-A261-A0250304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EB0A85-A5A6-4609-BD12-9E42C1B5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3EA5-4309-4C26-8B9D-98BA30CE8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226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E85A04-FE87-4BFB-840C-82CBED12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8DB10A-C0E4-4F3A-94E5-CBAC8F25D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60CDB75-3ECB-43E6-89B2-60830208D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51F0A20-3FFD-4C51-BAB3-10E1B684E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31E8-7FDC-4EF7-A301-5C3BAB69FEDB}" type="datetimeFigureOut">
              <a:rPr kumimoji="1" lang="ja-JP" altLang="en-US" smtClean="0"/>
              <a:t>2025/6/28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E2E350-D7A1-4297-9B1B-CA38310EB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A19BC4C-120E-4E39-87C1-B95745E6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3EA5-4309-4C26-8B9D-98BA30CE8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932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8A5C7D-8ADE-471B-8D98-A5453B7ED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DFEF76B-5DC8-4343-9E89-7DB48DB722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25A30D4-FAED-4D11-9A03-A3B2FFA74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6EE902-4BB6-43E2-8A5D-F6DF6BF3F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31E8-7FDC-4EF7-A301-5C3BAB69FEDB}" type="datetimeFigureOut">
              <a:rPr kumimoji="1" lang="ja-JP" altLang="en-US" smtClean="0"/>
              <a:t>2025/6/28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A955CA-E4C0-4D7E-880E-EFBC6C054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50CEFC2-9BD2-4B05-AE58-6714A736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3EA5-4309-4C26-8B9D-98BA30CE8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976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AE0D0F-31D1-41D8-AB0C-D959456C6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33C8EB7-C406-4FBF-88C0-89A584026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0FE50A-4CD6-42CC-A360-30CBF096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31E8-7FDC-4EF7-A301-5C3BAB69FEDB}" type="datetimeFigureOut">
              <a:rPr kumimoji="1" lang="ja-JP" altLang="en-US" smtClean="0"/>
              <a:t>2025/6/28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9D1679-E8CA-4439-A807-EA4F478A5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BDA6F5-7947-4965-8F8F-8FC97312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3EA5-4309-4C26-8B9D-98BA30CE8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446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E3B05F8-5866-4403-8649-D347D00B14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54E777-0A0C-4044-A5E2-7BD5C6B38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F8E30E-937D-4B47-AD70-AAF8E384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431E8-7FDC-4EF7-A301-5C3BAB69FEDB}" type="datetimeFigureOut">
              <a:rPr kumimoji="1" lang="ja-JP" altLang="en-US" smtClean="0"/>
              <a:t>2025/6/28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335826-D883-46D4-A9C6-C2DBBF4D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4AE6BD-EB69-4EF3-BE6C-9B7E0841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3EA5-4309-4C26-8B9D-98BA30CE8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4472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14ACB90-CB87-4683-915B-F22ECA162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63BC39B-3E3D-4458-8551-2CBF08BBA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7BA77D-941A-4176-9C9B-97F372FE0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431E8-7FDC-4EF7-A301-5C3BAB69FEDB}" type="datetimeFigureOut">
              <a:rPr kumimoji="1" lang="ja-JP" altLang="en-US" smtClean="0"/>
              <a:t>2025/6/28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7FFD1F-01EF-4FF2-9821-1603A84A1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D11756-0A1B-4F70-BEC1-EF128DBCF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B3EA5-4309-4C26-8B9D-98BA30CE8A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37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0228D310-803B-440C-B08F-F5E074205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310A22F-F104-4D97-A10D-ADD4FAE42218}"/>
              </a:ext>
            </a:extLst>
          </p:cNvPr>
          <p:cNvSpPr txBox="1"/>
          <p:nvPr/>
        </p:nvSpPr>
        <p:spPr>
          <a:xfrm>
            <a:off x="6602008" y="3623930"/>
            <a:ext cx="422904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600" b="1" dirty="0"/>
              <a:t>井上 恋</a:t>
            </a:r>
            <a:endParaRPr kumimoji="1" lang="ja-JP" altLang="en-US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3889880-A2A7-4386-AC0C-74775056816E}"/>
              </a:ext>
            </a:extLst>
          </p:cNvPr>
          <p:cNvSpPr txBox="1"/>
          <p:nvPr/>
        </p:nvSpPr>
        <p:spPr>
          <a:xfrm>
            <a:off x="5674672" y="1366284"/>
            <a:ext cx="6058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b="1" dirty="0"/>
              <a:t>27</a:t>
            </a:r>
            <a:r>
              <a:rPr kumimoji="1" lang="ja-JP" altLang="en-US" sz="5400" b="1" dirty="0"/>
              <a:t>卒</a:t>
            </a:r>
            <a:r>
              <a:rPr kumimoji="1" lang="ja-JP" altLang="en-US" sz="5400" b="1" dirty="0">
                <a:solidFill>
                  <a:srgbClr val="FF0000"/>
                </a:solidFill>
              </a:rPr>
              <a:t>　</a:t>
            </a:r>
            <a:r>
              <a:rPr kumimoji="1" lang="ja-JP" altLang="en-US" sz="7200" b="1" dirty="0">
                <a:solidFill>
                  <a:srgbClr val="FF0000"/>
                </a:solidFill>
              </a:rPr>
              <a:t>最優秀者</a:t>
            </a:r>
            <a:endParaRPr kumimoji="1" lang="ja-JP" altLang="en-US" sz="5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03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D187E2E-F71B-4F15-9641-1CB748279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8BF4965-C312-442E-B46E-B8156A4988BE}"/>
              </a:ext>
            </a:extLst>
          </p:cNvPr>
          <p:cNvSpPr txBox="1"/>
          <p:nvPr/>
        </p:nvSpPr>
        <p:spPr>
          <a:xfrm>
            <a:off x="5674672" y="1366284"/>
            <a:ext cx="6058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b="1" dirty="0"/>
              <a:t>26</a:t>
            </a:r>
            <a:r>
              <a:rPr kumimoji="1" lang="ja-JP" altLang="en-US" sz="5400" b="1" dirty="0"/>
              <a:t>卒</a:t>
            </a:r>
            <a:r>
              <a:rPr kumimoji="1" lang="ja-JP" altLang="en-US" sz="5400" b="1" dirty="0">
                <a:solidFill>
                  <a:srgbClr val="FF0000"/>
                </a:solidFill>
              </a:rPr>
              <a:t>　</a:t>
            </a:r>
            <a:r>
              <a:rPr kumimoji="1" lang="ja-JP" altLang="en-US" sz="7200" b="1" dirty="0">
                <a:solidFill>
                  <a:srgbClr val="FF0000"/>
                </a:solidFill>
              </a:rPr>
              <a:t>最速内定</a:t>
            </a:r>
            <a:endParaRPr kumimoji="1" lang="ja-JP" altLang="en-US" sz="5400" b="1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29C6DF-A6AE-4BA9-9C44-20CEBB60EA0B}"/>
              </a:ext>
            </a:extLst>
          </p:cNvPr>
          <p:cNvSpPr txBox="1"/>
          <p:nvPr/>
        </p:nvSpPr>
        <p:spPr>
          <a:xfrm>
            <a:off x="5973631" y="3613298"/>
            <a:ext cx="54601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600" b="1" dirty="0"/>
              <a:t>田代 昂汰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300114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24BFFF9-C672-4217-9794-2BF54E787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92" y="1692490"/>
            <a:ext cx="2442949" cy="325726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14BCB6-8868-4FF8-AECA-98BC5EF508B5}"/>
              </a:ext>
            </a:extLst>
          </p:cNvPr>
          <p:cNvSpPr txBox="1"/>
          <p:nvPr/>
        </p:nvSpPr>
        <p:spPr>
          <a:xfrm>
            <a:off x="4189869" y="5305620"/>
            <a:ext cx="381226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600" b="1" dirty="0"/>
              <a:t>廣本 勝志</a:t>
            </a:r>
            <a:endParaRPr kumimoji="1" lang="ja-JP" altLang="en-US" sz="1100" b="1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4AB6A95-5CD6-4F7F-9585-7112DCFC31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667" y="2347415"/>
            <a:ext cx="9249459" cy="169573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21EDBDE-EE1B-4C8A-BFE1-58A16435C490}"/>
              </a:ext>
            </a:extLst>
          </p:cNvPr>
          <p:cNvSpPr txBox="1"/>
          <p:nvPr/>
        </p:nvSpPr>
        <p:spPr>
          <a:xfrm>
            <a:off x="4772561" y="122830"/>
            <a:ext cx="26468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9600" b="1" dirty="0">
                <a:solidFill>
                  <a:srgbClr val="FF0000"/>
                </a:solidFill>
              </a:rPr>
              <a:t>内定</a:t>
            </a:r>
            <a:endParaRPr kumimoji="1" lang="ja-JP" altLang="en-US" sz="9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627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</Words>
  <Application>Microsoft Office PowerPoint</Application>
  <PresentationFormat>ワイド画面</PresentationFormat>
  <Paragraphs>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opencampus</dc:creator>
  <cp:lastModifiedBy>opencampus</cp:lastModifiedBy>
  <cp:revision>15</cp:revision>
  <dcterms:created xsi:type="dcterms:W3CDTF">2025-03-25T06:44:30Z</dcterms:created>
  <dcterms:modified xsi:type="dcterms:W3CDTF">2025-06-28T02:56:26Z</dcterms:modified>
</cp:coreProperties>
</file>